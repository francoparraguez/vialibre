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lpTnFxjc+GqKp9ty9jBjjPKQ6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0CE23D-C69B-4680-80DA-D91E835C63D9}">
  <a:tblStyle styleId="{170CE23D-C69B-4680-80DA-D91E835C63D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c675a109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9c675a10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c675a109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9c675a109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b98ea667e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b98ea667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c675a109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9c675a109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 · EXPOSICIÓN IDEA DE PROYECTO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Arlette Martínez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Arquitecto de Software y Desarrollador Backend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Desarrollar los procesos de logica del sistema.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Franco Parraguez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Ingeniero QA y Gestor de Proyecto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del Proyecto, Documentación y Ajustes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33287" l="0" r="0" t="6832"/>
          <a:stretch/>
        </p:blipFill>
        <p:spPr>
          <a:xfrm>
            <a:off x="4439153" y="4871820"/>
            <a:ext cx="1145812" cy="102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0" y="37362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9c675a109_1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Problema o dolor</a:t>
            </a:r>
            <a:endParaRPr/>
          </a:p>
        </p:txBody>
      </p:sp>
      <p:sp>
        <p:nvSpPr>
          <p:cNvPr id="115" name="Google Shape;115;g3f9c675a109_1_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El tiempo de respuesta en emergencias no es logística, es supervivencia: en paros cardiorrespiratorios la supervivencia cae entre un 5% y un 12% por minuto, y en traumas severos la mortalidad sube en un 2.6% por minuto, perdiéndose la "Hora Dorada". Pese al estándar de 8 minutos, en Valparaíso los traslados superan los 25 minutos por congestión. Las sirenas actuales son reactivas y, por el aislamiento de los vehículos, solo se oyen entre 15 y 30 metros, dando aproximadamente 1.8 segundos de reacción, causando frenazos, bloqueos y colisiones de los cuales un 43% se produce en intersecciones. Bajo este contexto podemos afirmar que cada minuto perdido se puede traducir en una vida menos.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9c675a109_1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Propuesta de solución</a:t>
            </a:r>
            <a:endParaRPr/>
          </a:p>
        </p:txBody>
      </p:sp>
      <p:sp>
        <p:nvSpPr>
          <p:cNvPr id="121" name="Google Shape;121;g3f9c675a109_1_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Desarrollar una plataforma tecnológica Full-Stack de geolocalización en tiempo real que implementa un geofencing predictivo para conectar vehículos de emergencia con conductores particulares. El sistema envía alertas preventivas pasivas (hands-free) a los automovilistas </a:t>
            </a:r>
            <a:r>
              <a:rPr lang="es-CL"/>
              <a:t>en la ruta de la urgencia </a:t>
            </a:r>
            <a:r>
              <a:rPr lang="es-CL"/>
              <a:t>ubicados a un mínimo de 30 segundos de distancia, calculados usando la fórmula </a:t>
            </a:r>
            <a:r>
              <a:rPr lang="es-CL"/>
              <a:t>d = 30((Ve-Vc)/3.6)),</a:t>
            </a:r>
            <a:r>
              <a:rPr lang="es-CL"/>
              <a:t> con la finalidad de despejar la vía de forma planificada y segura antes de que el carro de rescate sea visible o audible. Con esto se corrigen las fallas del sirenaje tradicional, reduciendo la siniestralidad en cruces y recuperando la “Hora Dorada” para salvar vidas.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0" name="Google Shape;130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de geolocalización en tiempo real con geofencing predictivo para la optimización de tiempos de respuesta en vehículos de emergencia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14514" y="4732407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la arquitectura de software Full-Stack (Frontend, Backend y APIs de mapas)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Producto Mínimo Viable (MVP) con interfaz pasiva (hands-free)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Validar la efectividad del sistema en rutas urbanas críticas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b98ea667e_1_16"/>
          <p:cNvSpPr txBox="1"/>
          <p:nvPr/>
        </p:nvSpPr>
        <p:spPr>
          <a:xfrm>
            <a:off x="0" y="38042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6" name="Google Shape;146;p5"/>
          <p:cNvSpPr txBox="1"/>
          <p:nvPr/>
        </p:nvSpPr>
        <p:spPr>
          <a:xfrm>
            <a:off x="444900" y="2507000"/>
            <a:ext cx="11209500" cy="3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del MVP funcional de la aplicación móvil "Vía Libre" con configuración de radio de alerta de mínimo 30s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del sistema de ruta para que vehículos de emergencia registrados reciban la ruta con opción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recalcular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habilitar el modo emergencia desde la app.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un panel de administración básico para que instituciones aliadas registren vehículos de su flota.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 del backend con lógica de cálculo de proximidad y envío de notificaciones push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e implementación de un modelo de datos escalable para gestión de usuarios, ubicaciones, vehículos y reportes.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Realización de pruebas de integración, funcionalidad y usabilidad del sistema completo.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documentación técnica (manual de instalación, guía de desarrollador) y documentación de usuario (manual de uso).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1" name="Google Shape;151;g3f9c675a109_2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f9c675a109_2_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3" name="Google Shape;153;g3f9c675a109_2_3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imitaciones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3f9c675a109_2_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5" name="Google Shape;155;g3f9c675a109_2_3"/>
          <p:cNvSpPr txBox="1"/>
          <p:nvPr/>
        </p:nvSpPr>
        <p:spPr>
          <a:xfrm>
            <a:off x="839125" y="2507000"/>
            <a:ext cx="10815300" cy="3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integración institucional directa: No se desarrollará la conexión en tiempo real con centrales de despacho de SAMU, Bomberos u otras instituciones (requiere convenios formales y tiempos que exceden el APT).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trazado de rutas completas: La solución no incluirá el cálculo ni seguimiento o guia  de trayectorias de vehículos para conductores particulares (el diseño se basa exclusivamente en radios de proximidad).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historial de rutas de usuarios: No se registrará ni almacenará el historial de rutas de los conductores (en coherencia con el principio de privacidad).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API abierta funcional: La implementación completa de una API para terceros no será desarrollada en el APT (solo se sentarán las bases arquitectónicas).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modo offline: La aplicación requerirá conexión a internet para funcionar (no se contempla modo completamente offline).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precisión GPS: La exactitud de las alertas puede verse afectada en zonas urbanas densas o con mala cobertura (limitante técnica externa al proyecto).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4" name="Google Shape;164;p6"/>
          <p:cNvSpPr txBox="1"/>
          <p:nvPr/>
        </p:nvSpPr>
        <p:spPr>
          <a:xfrm>
            <a:off x="845500" y="2442575"/>
            <a:ext cx="103548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 de Desarrollo Ágil: SCRUM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Etapas del Ciclo de Vida del Desarrollo: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Levantamiento y Análisis de Requisitos: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Definición de historias de usuario para perfiles de emergencia y conductores particulares, y modelamiento de la arquitectura Full-Stack.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y Prototipado: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Creación de mockups para la interfaz pasiva (</a:t>
            </a:r>
            <a:r>
              <a:rPr i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hands-free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orientada a la seguridad vial y diseño de diagramas de secuencia para las APIs de mapas.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e Integración Tecnológica: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Programación iterativa del backend, frontend e implementación del motor de geofencing predictivo para procesar ubicaciones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y Verificación: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Ejecución de pruebas unitarias, de latencia de GPS y simulaciones de rutas en entornos urbanos controlados (Región de Valparaíso).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Evaluación y Ajuste: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Análisis de la precisión de las alertas y tiempos de respuesta para la entrega del MVP en la asignatura de Portafolio.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-1151599" y="63580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73" name="Google Shape;173;p7"/>
          <p:cNvGraphicFramePr/>
          <p:nvPr/>
        </p:nvGraphicFramePr>
        <p:xfrm>
          <a:off x="244696" y="15839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{170CE23D-C69B-4680-80DA-D91E835C63D9}</a:tableStyleId>
              </a:tblPr>
              <a:tblGrid>
                <a:gridCol w="1288800"/>
                <a:gridCol w="621925"/>
                <a:gridCol w="465850"/>
                <a:gridCol w="791400"/>
                <a:gridCol w="570725"/>
                <a:gridCol w="523600"/>
                <a:gridCol w="382850"/>
                <a:gridCol w="500000"/>
                <a:gridCol w="534650"/>
                <a:gridCol w="534650"/>
                <a:gridCol w="534650"/>
                <a:gridCol w="534650"/>
                <a:gridCol w="536700"/>
                <a:gridCol w="536700"/>
                <a:gridCol w="536700"/>
                <a:gridCol w="536700"/>
                <a:gridCol w="536700"/>
                <a:gridCol w="395550"/>
                <a:gridCol w="536700"/>
                <a:gridCol w="536700"/>
                <a:gridCol w="395550"/>
              </a:tblGrid>
              <a:tr h="9519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480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 Problema Y Solución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Análisis de necesidades técnicas 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Metodología</a:t>
                      </a: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trabajo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 perfiles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Limitaciones del proyecto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Modelado de Diseño de interfaz gráfico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Mapeo de UI a Base de Datos 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investigación de APIs de geolocalización.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 arquitectura de alertas y notificaciones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 txBox="1"/>
          <p:nvPr/>
        </p:nvSpPr>
        <p:spPr>
          <a:xfrm>
            <a:off x="776363" y="3887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VÍA LIBRE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-5465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Stack Tecnológico</a:t>
            </a:r>
            <a:endParaRPr/>
          </a:p>
        </p:txBody>
      </p:sp>
      <p:cxnSp>
        <p:nvCxnSpPr>
          <p:cNvPr id="181" name="Google Shape;18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2" name="Google Shape;18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0950" y="2020375"/>
            <a:ext cx="2250875" cy="126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500" y="2020375"/>
            <a:ext cx="1822575" cy="136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500" y="3605899"/>
            <a:ext cx="1822574" cy="182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95875" y="3665079"/>
            <a:ext cx="1744325" cy="174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